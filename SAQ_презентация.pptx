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-2377440"/>
            <a:ext cx="8686800" cy="8686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3840" y="1508760"/>
            <a:ext cx="3840480" cy="3840480"/>
          </a:xfrm>
          <a:prstGeom prst="ellipse">
            <a:avLst/>
          </a:prstGeom>
          <a:ln w="12700">
            <a:solidFill>
              <a:srgbClr val="3B82F6">
                <a:alpha val="26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502920"/>
            <a:ext cx="5852160" cy="5852160"/>
          </a:xfrm>
          <a:prstGeom prst="ellipse">
            <a:avLst/>
          </a:prstGeom>
          <a:ln w="12700">
            <a:solidFill>
              <a:srgbClr val="3B82F6">
                <a:alpha val="16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60720" y="-594360"/>
            <a:ext cx="8046720" cy="8046720"/>
          </a:xfrm>
          <a:prstGeom prst="ellipse">
            <a:avLst/>
          </a:prstGeom>
          <a:ln w="12700">
            <a:solidFill>
              <a:srgbClr val="3B82F6">
                <a:alpha val="9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468880"/>
            <a:ext cx="1920240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" y="111556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987552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AQYL ЖЕЛІДЕ · ТІРІ ЖҮЙЕ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13232" y="1417320"/>
            <a:ext cx="7315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SAQ</a:t>
            </a:r>
            <a:endParaRPr lang="en-US" sz="9200" dirty="0"/>
          </a:p>
        </p:txBody>
      </p:sp>
      <p:sp>
        <p:nvSpPr>
          <p:cNvPr id="10" name="Text 6"/>
          <p:cNvSpPr/>
          <p:nvPr/>
        </p:nvSpPr>
        <p:spPr>
          <a:xfrm>
            <a:off x="777240" y="31546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Қаржы пирамидаларын анықтайтын және адамдарды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ақша салмас бұрын сақтандыратын ИИ-платформа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95528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«ҮЗДІК ЦИФРЛЫҚ ЖОБА» БАЙҚАУЫ · №2 ТАҚЫРЫП — PIRAMID AI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4892040"/>
            <a:ext cx="1567282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4905756"/>
            <a:ext cx="1567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 ашық дереккөз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509114" y="4892040"/>
            <a:ext cx="1492301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509114" y="4905756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 0–100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6006" y="4892040"/>
            <a:ext cx="1492301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166006" y="4905756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OSINT + ИИ-агент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7724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· Қазақстан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МӘСЕЛЕ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Пирамидалар адамдардан бұрын жүгіреді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Жабылған пирамида атын өзгертіп, жаңа доменмен қайта оралады. Адам шындықты ақшасын салып қойғаннан кейін біледі — реттеуші тізіміне ұйым кеш түседі.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703320" cy="3063240"/>
          </a:xfrm>
          <a:prstGeom prst="roundRect">
            <a:avLst>
              <a:gd name="adj" fmla="val 417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77886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53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41248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ҰЙЫМ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 ҚР ресми тізімінде «пирамида белгілері бар» деп танылған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3703320" cy="3063240"/>
          </a:xfrm>
          <a:prstGeom prst="roundRect">
            <a:avLst>
              <a:gd name="adj" fmla="val 417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060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422" y="277886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33</a:t>
            </a:r>
            <a:endParaRPr lang="en-US" sz="5400" dirty="0"/>
          </a:p>
        </p:txBody>
      </p:sp>
      <p:sp>
        <p:nvSpPr>
          <p:cNvPr id="15" name="Text 11"/>
          <p:cNvSpPr/>
          <p:nvPr/>
        </p:nvSpPr>
        <p:spPr>
          <a:xfrm>
            <a:off x="4818888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СОТ ҮКІМІ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00600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адамдар ақшасынан біржола айырылған істер бойынша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458200" y="2286000"/>
            <a:ext cx="3703320" cy="3063240"/>
          </a:xfrm>
          <a:prstGeom prst="roundRect">
            <a:avLst>
              <a:gd name="adj" fmla="val 417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778240" y="26060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062" y="2778862"/>
            <a:ext cx="294437" cy="2944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3252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24/7</a:t>
            </a:r>
            <a:endParaRPr lang="en-US" sz="5400" dirty="0"/>
          </a:p>
        </p:txBody>
      </p:sp>
      <p:sp>
        <p:nvSpPr>
          <p:cNvPr id="21" name="Text 16"/>
          <p:cNvSpPr/>
          <p:nvPr/>
        </p:nvSpPr>
        <p:spPr>
          <a:xfrm>
            <a:off x="8796528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ЖАҢА ДОМЕНДЕР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78240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«invest / profit» атаулы сайттар күн сайын тіркеледі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Қорытынды: </a:t>
            </a:r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адамға ақша салмас бұрын тексеретін құрал керек — реттеуші тізімін күтпей.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ШЕШІМ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Бір сұраныс — толық тергеу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2148840"/>
          </a:xfrm>
          <a:prstGeom prst="roundRect">
            <a:avLst>
              <a:gd name="adj" fmla="val 595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78308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20052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Сұраныс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домен · әмиян ·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@арна · атау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36392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02152" y="1554480"/>
            <a:ext cx="2651760" cy="2148840"/>
          </a:xfrm>
          <a:prstGeom prst="roundRect">
            <a:avLst>
              <a:gd name="adj" fmla="val 595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16552" y="178308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200527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 дереккөз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93592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метаіздеу · WHOIS ·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блокчейн · реестрлер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35624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501384" y="1554480"/>
            <a:ext cx="2651760" cy="2148840"/>
          </a:xfrm>
          <a:prstGeom prst="roundRect">
            <a:avLst>
              <a:gd name="adj" fmla="val 5957"/>
            </a:avLst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15784" y="17830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83" y="200527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92824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 талдайды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92824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дереккөзді өзі таңдап,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тізбек құрады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134856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500616" y="1554480"/>
            <a:ext cx="2651760" cy="2148840"/>
          </a:xfrm>
          <a:prstGeom prst="roundRect">
            <a:avLst>
              <a:gd name="adj" fmla="val 595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415016" y="178308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215" y="2005279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92056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Досье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592056" y="3035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 · граф ·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ИИ-есеп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ПЛАТФОРМА БӨЛІКТЕРІ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452628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681728"/>
            <a:ext cx="566928" cy="5669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4088" y="5349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 — чат-агент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04088" y="5614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тірі тергеу, сұрақ-жауап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862072" y="452628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090672" y="4709160"/>
            <a:ext cx="502920" cy="50292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460" y="4844948"/>
            <a:ext cx="231343" cy="23134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063240" y="5349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Байланыс графы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063240" y="5614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домендер · әмияндар · профильдер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221224" y="452628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449824" y="4709160"/>
            <a:ext cx="502920" cy="50292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612" y="4844948"/>
            <a:ext cx="231343" cy="23134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22392" y="5349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Watchlist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422392" y="5614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тәуекелді нысандар реестрі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7580376" y="452628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808976" y="4709160"/>
            <a:ext cx="502920" cy="50292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764" y="4844948"/>
            <a:ext cx="231343" cy="23134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781544" y="5349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Қауымдастық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7781544" y="5614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адам хабарлайды — Aqyl тексереді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9939528" y="452628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10168128" y="4709160"/>
            <a:ext cx="502920" cy="50292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3916" y="4844948"/>
            <a:ext cx="231343" cy="231343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0140696" y="5349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Оқыту мектебі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10140696" y="5614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ересектер + балалар трегі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САЙТ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Платформа: сегіз бет — бір экожүйе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85623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0436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Басты бет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жоба кіріспесі, тірі демо, экожүйе шолуы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56432" y="160020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12464" y="185623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597" y="200436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Тергеу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12464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Aqyl-чат + байланыс графы + live-статустар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9944" y="160020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65976" y="185623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09" y="200436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65976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тәуекелді нысандар реестрі, балл бойынша сүзгі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63456" y="160020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19488" y="185623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621" y="200436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9488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Қауымдастық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619488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наводка формасы + жалпыға ашық лента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70332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8952" y="395935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5" y="410748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89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Оқыту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58952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модуль, балалар трегі, викторина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56432" y="370332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712464" y="395935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0597" y="410748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12464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Методология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712464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скоринг қалай есептеледі — толық ашық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9944" y="370332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665976" y="395935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109" y="4107485"/>
            <a:ext cx="252374" cy="2523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65976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Дереккөздер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665976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 коннектор тақтасы, әрқайсысы түсіндірілген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363456" y="3703320"/>
            <a:ext cx="278892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619488" y="3959352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7621" y="4107485"/>
            <a:ext cx="252374" cy="2523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619488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Кейстер · FAQ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619488" y="4937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нақты талдаулар және жиі сұрақтар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Бір рет орнатылады — бәрі бір жерде: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тексеру, реестр, қауымдастық және оқыту бөлек құралдар емес, бір жүйенің беттері.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48640"/>
            <a:ext cx="7315200" cy="731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ТЕРГЕУ БЕТІ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Байланыс графы — дәлел картасы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3200400" cy="3657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ОБЪЕКТ · SAQ-000539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Finiko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ұйым / бренд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666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тәуекел 60/100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" y="3255264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689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АФМ ҚР тізімінде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36576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6713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«пирамид» маркері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77240" y="4114800"/>
            <a:ext cx="2651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Әр түйін — дереккөз. Қызыл байланыс және санауыш = сигнал бар. Түйінді бассаңыз — сол дереккөздің дерегі мен түсіндірмесі ашылады.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20840" y="2514600"/>
            <a:ext cx="2377440" cy="2377440"/>
          </a:xfrm>
          <a:prstGeom prst="ellipse">
            <a:avLst/>
          </a:prstGeom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06440" y="1600200"/>
            <a:ext cx="4206240" cy="4206240"/>
          </a:xfrm>
          <a:prstGeom prst="ellipse">
            <a:avLst/>
          </a:prstGeom>
          <a:ln w="12700">
            <a:solidFill>
              <a:srgbClr val="3B82F6">
                <a:alpha val="11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0773" y="2909143"/>
            <a:ext cx="2058787" cy="794177"/>
          </a:xfrm>
          <a:prstGeom prst="line">
            <a:avLst/>
          </a:prstGeom>
          <a:noFill/>
          <a:ln w="22225">
            <a:solidFill>
              <a:srgbClr val="EF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24768" y="2048646"/>
            <a:ext cx="484792" cy="165467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909560" y="2507150"/>
            <a:ext cx="1648775" cy="119617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3703320"/>
            <a:ext cx="2161933" cy="633699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3703320"/>
            <a:ext cx="243731" cy="1682373"/>
          </a:xfrm>
          <a:prstGeom prst="line">
            <a:avLst/>
          </a:prstGeom>
          <a:noFill/>
          <a:ln w="22225">
            <a:solidFill>
              <a:srgbClr val="EF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932149" y="3703320"/>
            <a:ext cx="1977411" cy="896433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42632" y="3136392"/>
            <a:ext cx="1133856" cy="1133856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525512" y="3319272"/>
            <a:ext cx="768096" cy="768096"/>
          </a:xfrm>
          <a:prstGeom prst="ellipse">
            <a:avLst/>
          </a:prstGeom>
          <a:solidFill>
            <a:srgbClr val="141F3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3557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Finiko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13029" y="2671399"/>
            <a:ext cx="475488" cy="475488"/>
          </a:xfrm>
          <a:prstGeom prst="ellipse">
            <a:avLst/>
          </a:prstGeom>
          <a:solidFill>
            <a:srgbClr val="141F3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2213" y="2561671"/>
            <a:ext cx="237744" cy="237744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90E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2213" y="2566243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44933" y="234221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МЕТАІЗДЕУ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87024" y="1810902"/>
            <a:ext cx="475488" cy="475488"/>
          </a:xfrm>
          <a:prstGeom prst="ellipse">
            <a:avLst/>
          </a:prstGeom>
          <a:solidFill>
            <a:srgbClr val="141F36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18928" y="148171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WHOIS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320591" y="2269406"/>
            <a:ext cx="475488" cy="475488"/>
          </a:xfrm>
          <a:prstGeom prst="ellipse">
            <a:avLst/>
          </a:prstGeom>
          <a:solidFill>
            <a:srgbClr val="141F36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52495" y="194022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ВЕБ-АРХИВ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833749" y="4099275"/>
            <a:ext cx="475488" cy="475488"/>
          </a:xfrm>
          <a:prstGeom prst="ellipse">
            <a:avLst/>
          </a:prstGeom>
          <a:solidFill>
            <a:srgbClr val="141F36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65653" y="462962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РЕЕСТРЛЕР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915547" y="5147949"/>
            <a:ext cx="475488" cy="475488"/>
          </a:xfrm>
          <a:prstGeom prst="ellipse">
            <a:avLst/>
          </a:prstGeom>
          <a:solidFill>
            <a:srgbClr val="141F3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44731" y="5038221"/>
            <a:ext cx="237744" cy="237744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90E1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44731" y="5042793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147451" y="567830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ҚАРА ТІЗІМ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694405" y="4362009"/>
            <a:ext cx="475488" cy="475488"/>
          </a:xfrm>
          <a:prstGeom prst="ellipse">
            <a:avLst/>
          </a:prstGeom>
          <a:solidFill>
            <a:srgbClr val="141F36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26309" y="489236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ӘЛЕУМЕТТІК ЖЕЛІ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9966960" y="1554480"/>
            <a:ext cx="1783080" cy="1371600"/>
          </a:xfrm>
          <a:prstGeom prst="roundRect">
            <a:avLst>
              <a:gd name="adj" fmla="val 9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31552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ЛЕГЕНДА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0131552" y="2011680"/>
            <a:ext cx="128016" cy="128016"/>
          </a:xfrm>
          <a:prstGeom prst="ellipse">
            <a:avLst/>
          </a:prstGeom>
          <a:ln w="19050">
            <a:solidFill>
              <a:srgbClr val="3B82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35100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дереккөз таза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0131552" y="2304288"/>
            <a:ext cx="128016" cy="128016"/>
          </a:xfrm>
          <a:prstGeom prst="ellipse">
            <a:avLst/>
          </a:prstGeom>
          <a:ln w="19050">
            <a:solidFill>
              <a:srgbClr val="EF44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351008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сигнал бар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131552" y="2596896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8"/>
          <p:cNvSpPr/>
          <p:nvPr/>
        </p:nvSpPr>
        <p:spPr>
          <a:xfrm>
            <a:off x="10351008" y="2532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жалауша саны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 жауабының соңында өзі бағыттайды: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«Графта қызыл байланыс — Блэклист, басты улика осында».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ДЕРЕККӨЗДЕР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Дәлел — әр тәуелсіз дереккөзден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019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2059960"/>
            <a:ext cx="269199" cy="269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17647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Метаіздеу · SearXNG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0472" y="20848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ондаған іздеу жүйесі бірден: пікірлер, әшкерелеулер, БАҚ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9019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059960"/>
            <a:ext cx="269199" cy="2691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17647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Домен тарихы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88352" y="20848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WHOIS/RDAP + веб-архив: «көпжылдық компания» сайты 2 апталық болса — өтірік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9718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735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" y="3431560"/>
            <a:ext cx="269199" cy="2691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31363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реестрлері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90472" y="34564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OpenCorporates, SEC EDGAR: заңды тұлға шын бар ма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0" y="29718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32735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3431560"/>
            <a:ext cx="269199" cy="2691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31363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Реттеуші қара тізімдері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88352" y="34564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 ҚР тізімі — ең ауыр сигнал: +50 балл бірден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43434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6451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28" y="4803160"/>
            <a:ext cx="269199" cy="2691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90472" y="45079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Блокчейн-талдау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90472" y="48280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BTC/ETH: «жинаушы әмиян» үлгісі — белсенді пирамида ізі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0" y="4343400"/>
            <a:ext cx="55778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29400" y="4645152"/>
            <a:ext cx="585216" cy="58521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408" y="4803160"/>
            <a:ext cx="269199" cy="2691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88352" y="450799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Әлеуметтік желілер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88352" y="482803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профильдер, Telegram-арналар, лақап аттың басқа іздері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Түсіндірілетін скоринг: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«қара жәшік» жоқ — әр қызыл жалауша қай дереккөзден келгені графта көрініп тұрады.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6080" y="1371600"/>
            <a:ext cx="7315200" cy="7315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ЖАСАНДЫ ИНТЕЛЛЕКТ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Aqyl — чат-бот емес, тергеуші-агент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5029200" cy="4572000"/>
          </a:xfrm>
          <a:prstGeom prst="roundRect">
            <a:avLst>
              <a:gd name="adj" fmla="val 28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389888" y="21305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5"/>
          <p:cNvSpPr/>
          <p:nvPr/>
        </p:nvSpPr>
        <p:spPr>
          <a:xfrm>
            <a:off x="1536192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ЖЕЛІДЕ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02920" y="2450592"/>
            <a:ext cx="50292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80360" y="265176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2880360" y="26883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пирамида тап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" y="3392424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0"/>
          <p:cNvSpPr/>
          <p:nvPr/>
        </p:nvSpPr>
        <p:spPr>
          <a:xfrm>
            <a:off x="1024128" y="3310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list_watchlist…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6" name="Text 12"/>
          <p:cNvSpPr/>
          <p:nvPr/>
        </p:nvSpPr>
        <p:spPr>
          <a:xfrm>
            <a:off x="1024128" y="3657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толық тергеу: clickprofitlab.site…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41248" y="4087368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8" name="Text 14"/>
          <p:cNvSpPr/>
          <p:nvPr/>
        </p:nvSpPr>
        <p:spPr>
          <a:xfrm>
            <a:off x="1024128" y="40050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WHOIS · веб-архив · қара тізім…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0" name="Text 16"/>
          <p:cNvSpPr/>
          <p:nvPr/>
        </p:nvSpPr>
        <p:spPr>
          <a:xfrm>
            <a:off x="1024128" y="43525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Aqyl деректерді талдап жатыр…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77240" y="4754880"/>
            <a:ext cx="4480560" cy="1143000"/>
          </a:xfrm>
          <a:prstGeom prst="roundRect">
            <a:avLst>
              <a:gd name="adj" fmla="val 11200"/>
            </a:avLst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60120" y="48646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clickprofitlab.site — АҚШ-та сотталған схеманың клоны. Домен 2 айлық, веб-архивте ізі жоқ.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60120" y="55321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4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960120" y="55458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тәуекел 90/100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897880" y="1554480"/>
            <a:ext cx="5806440" cy="1417320"/>
          </a:xfrm>
          <a:prstGeom prst="roundRect">
            <a:avLst>
              <a:gd name="adj" fmla="val 9032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72200" y="1938528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22" y="2111350"/>
            <a:ext cx="294437" cy="29443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951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Агенттік тергеу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995160" y="20848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Қай дереккөзді, қай ретпен тексеруді өзі шешеді және тапқанына қарай тізбекті өзі жалғастырады.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897880" y="3127248"/>
            <a:ext cx="5806440" cy="1417320"/>
          </a:xfrm>
          <a:prstGeom prst="roundRect">
            <a:avLst>
              <a:gd name="adj" fmla="val 9032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72200" y="3511296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022" y="3684118"/>
            <a:ext cx="294437" cy="29443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9516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ИИ-есеп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995160" y="36576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Барлық дерек бойынша адам тіліндегі қорытынды. Дерек жетпесе — ойдан шығармай, ашық айтады.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897880" y="4700016"/>
            <a:ext cx="5806440" cy="1417320"/>
          </a:xfrm>
          <a:prstGeom prst="roundRect">
            <a:avLst>
              <a:gd name="adj" fmla="val 9032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72200" y="5084064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022" y="5256886"/>
            <a:ext cx="294437" cy="294437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95160" y="4882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Автономды мониторинг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6995160" y="52303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CertStream: жаңа тіркелген күдікті домендерді өзі аулап, өзі тексеріп, реестрге өзі қосады.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ДӘЛЕЛДЕНГЕН НӘТИЖЕ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АФМ тізімімен валидация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 ҚР тізіміндегі 53 пирамида-ұйымның бәрі жүйе арқылы өткізілді — методика мен есеп жобаға тіркелген.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60350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2199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34640" y="22219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ұйымның 53-і анықталды — толық пайплайн дабыл қақты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60350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9359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5935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қара тізімсіз, тек тәуелсіз сыртқы дереккөздермен де расталды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800600"/>
            <a:ext cx="6035040" cy="1188720"/>
          </a:xfrm>
          <a:prstGeom prst="roundRect">
            <a:avLst>
              <a:gd name="adj" fmla="val 10769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6519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90/100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34640" y="49651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автомониторинг өзі ұстаған clickprofitlab.site доменінің балы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057400"/>
            <a:ext cx="4800600" cy="4114800"/>
          </a:xfrm>
          <a:prstGeom prst="roundRect">
            <a:avLst>
              <a:gd name="adj" fmla="val 311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28600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3828" y="2421788"/>
            <a:ext cx="231343" cy="23134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Түнгі олжа — жүйе өзі тапты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178040" y="2880360"/>
            <a:ext cx="4251960" cy="585216"/>
          </a:xfrm>
          <a:prstGeom prst="roundRect">
            <a:avLst>
              <a:gd name="adj" fmla="val 1562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60920" y="29352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danskeinvest.live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60920" y="3182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 атын жамылған клон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744200" y="302666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744200" y="30403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78040" y="3593592"/>
            <a:ext cx="4251960" cy="585216"/>
          </a:xfrm>
          <a:prstGeom prst="roundRect">
            <a:avLst>
              <a:gd name="adj" fmla="val 1562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60920" y="3648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clickprofitlab.site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60920" y="3895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сотталған схеманың клоны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744200" y="373989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744200" y="37536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178040" y="4306824"/>
            <a:ext cx="4251960" cy="585216"/>
          </a:xfrm>
          <a:prstGeom prst="roundRect">
            <a:avLst>
              <a:gd name="adj" fmla="val 1562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60920" y="43616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doginvest.online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60920" y="4608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жаңа домен, приманка-атау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744200" y="445312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0744200" y="44668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178040" y="5020056"/>
            <a:ext cx="4251960" cy="585216"/>
          </a:xfrm>
          <a:prstGeom prst="roundRect">
            <a:avLst>
              <a:gd name="adj" fmla="val 1562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60920" y="5074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apexventuresinvestors.shop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60920" y="5321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артына жасырынған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0744200" y="51663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0744200" y="51800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178040" y="5779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Демоға дайындалған мысал емес: жүйе бұларды біз ұйықтап жатқанда ұстады.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ҚАУЫМДАСТЫҚ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Өзін-өзі күшейтетін цикл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8745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19" y="209671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ҚАДАМ 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Адам хабарлайды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күдікті сайтты қауымдастық бетіне жібереді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27248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02152" y="160020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18745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2096719"/>
            <a:ext cx="378562" cy="3785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ҚАДАМ 02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639312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 тексереді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312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автоматты түрде толық тергеу жүргізіледі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26480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501384" y="160020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15784" y="18745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83" y="2096719"/>
            <a:ext cx="378562" cy="3785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38544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ҚАДАМ 03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638544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Қара тізімге түседі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638544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тәуекел жоғары болса — реестрге қосылады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125712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500616" y="1600200"/>
            <a:ext cx="2651760" cy="2377440"/>
          </a:xfrm>
          <a:prstGeom prst="roundRect">
            <a:avLst>
              <a:gd name="adj" fmla="val 5385"/>
            </a:avLst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415016" y="18745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215" y="2096719"/>
            <a:ext cx="378562" cy="3785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37776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ҚАДАМ 04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637776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Барлығын қорғайды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637776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келесі тексерулерде бірден танылады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02920" y="4434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Әр хабарлама жүйені ақылдырақ етеді.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Оған қоса — оқыту мектебі: ересектерге 6 модуль, балаларға ойын-трек және «Пирамида ма, жоқ па?» викторинасы.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502920" y="5212080"/>
            <a:ext cx="2697480" cy="777240"/>
          </a:xfrm>
          <a:prstGeom prst="roundRect">
            <a:avLst>
              <a:gd name="adj" fmla="val 164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67512" y="5367528"/>
            <a:ext cx="457200" cy="45720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5490972"/>
            <a:ext cx="210312" cy="2103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34440" y="53218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модуль ересектерге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410712" y="5212080"/>
            <a:ext cx="2697480" cy="777240"/>
          </a:xfrm>
          <a:prstGeom prst="roundRect">
            <a:avLst>
              <a:gd name="adj" fmla="val 164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575304" y="5367528"/>
            <a:ext cx="457200" cy="45720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748" y="5490972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142232" y="53218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Балалар трегі 7+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318504" y="5212080"/>
            <a:ext cx="2697480" cy="777240"/>
          </a:xfrm>
          <a:prstGeom prst="roundRect">
            <a:avLst>
              <a:gd name="adj" fmla="val 164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83096" y="5367528"/>
            <a:ext cx="457200" cy="45720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5490972"/>
            <a:ext cx="210312" cy="21031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050024" y="53218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Викторина-ойын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9226296" y="5212080"/>
            <a:ext cx="2697480" cy="777240"/>
          </a:xfrm>
          <a:prstGeom prst="roundRect">
            <a:avLst>
              <a:gd name="adj" fmla="val 164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390888" y="5367528"/>
            <a:ext cx="457200" cy="457200"/>
          </a:xfrm>
          <a:prstGeom prst="ellipse">
            <a:avLst/>
          </a:prstGeom>
          <a:solidFill>
            <a:srgbClr val="141F36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4332" y="5490972"/>
            <a:ext cx="210312" cy="21031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957816" y="53218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«Салып қойдым — не істеу?»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49" name="Text 39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АРТЫҚШЫЛЫҚТАР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Неге дәл SAQ?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06563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 ашық және заңды дереккөздер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Жабық базалар мен «сұр» боттар жоқ. Барлығы жария OSINT — тексеруге ашық, дауға төзімді тәсіл.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57784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892808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06563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928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Ақылы API-сыз жұмыс істейді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20840" y="2651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Барлық дереккөз тегін. Кез келген өңір департаменті серверге қойып, шығынсыз қолдана алады.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557784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41648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421447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Түсіндірілетін шешім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Әр балл қай фактіден, қай дереккөзден келгені байланыс графында көрініп тұрады. Сенім — дәлелден.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749040"/>
            <a:ext cx="5577840" cy="1920240"/>
          </a:xfrm>
          <a:prstGeom prst="roundRect">
            <a:avLst>
              <a:gd name="adj" fmla="val 666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041648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4214470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0416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Қазақстанға бейімделген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20840" y="48006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 ҚР тізімі енгізілген, ассистент — Aqyl, оқыту тректері жергілікті контекстке жазылған.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ДАМУ ЖОСПАРЫ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Қазір → 3 ай → 12 ай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703320" cy="3794760"/>
          </a:xfrm>
          <a:prstGeom prst="roundRect">
            <a:avLst>
              <a:gd name="adj" fmla="val 3457"/>
            </a:avLst>
          </a:prstGeom>
          <a:solidFill>
            <a:srgbClr val="1E3A8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745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05" y="203499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Қазір дайын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Тірі жүйе: сайт + ИИ-агент + автомониторинг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 тізімімен валидация — 100%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Қауымдастық циклі мен оқыту мектебі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00200"/>
            <a:ext cx="3703320" cy="3794760"/>
          </a:xfrm>
          <a:prstGeom prst="roundRect">
            <a:avLst>
              <a:gd name="adj" fmla="val 345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3168" y="1874520"/>
            <a:ext cx="594360" cy="5943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645" y="203499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ай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0600" y="274320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Досье PDF-есебін экспорттау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Aqyl-дың қазақтілді нұсқасы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Telegram-бот: сілтемені чатта бірден тексеру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58200" y="1600200"/>
            <a:ext cx="3703320" cy="3794760"/>
          </a:xfrm>
          <a:prstGeom prst="roundRect">
            <a:avLst>
              <a:gd name="adj" fmla="val 3457"/>
            </a:avLst>
          </a:prstGeom>
          <a:solidFill>
            <a:srgbClr val="141F3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50808" y="1874520"/>
            <a:ext cx="594360" cy="5943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285" y="203499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82328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6–12 ай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78240" y="274320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АФМ-мен ресми интеграция (тізім API)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Банктерге төлем алдындағы тексеру API-і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Мобильді қосымша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кеңеюге дайын: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жаңа дереккөз = бір коннектор-файл. Жүйе өскен сайын ақылдана береді.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PIRAMID AI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38428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95360" y="3840480"/>
            <a:ext cx="3474720" cy="3474720"/>
          </a:xfrm>
          <a:prstGeom prst="ellipse">
            <a:avLst/>
          </a:prstGeom>
          <a:ln w="12700">
            <a:solidFill>
              <a:srgbClr val="3B82F6">
                <a:alpha val="24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80960" y="2926080"/>
            <a:ext cx="5303520" cy="5303520"/>
          </a:xfrm>
          <a:prstGeom prst="ellipse">
            <a:avLst/>
          </a:prstGeom>
          <a:ln w="12700">
            <a:solidFill>
              <a:srgbClr val="3B82F6">
                <a:alpha val="1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5120" y="1920240"/>
            <a:ext cx="7315200" cy="7315200"/>
          </a:xfrm>
          <a:prstGeom prst="ellipse">
            <a:avLst/>
          </a:prstGeom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777240"/>
            <a:ext cx="173736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SAQ · ҚАРЖЫ ҚОРҒАУШЫСЫ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31520" y="14630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Адамды пирамидадан ақшасын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салмас бұрын қорғаймыз</a:t>
            </a:r>
            <a:endParaRPr lang="en-US" sz="4200" dirty="0"/>
          </a:p>
        </p:txBody>
      </p:sp>
      <p:sp>
        <p:nvSpPr>
          <p:cNvPr id="9" name="Shape 5"/>
          <p:cNvSpPr/>
          <p:nvPr/>
        </p:nvSpPr>
        <p:spPr>
          <a:xfrm>
            <a:off x="777240" y="3611880"/>
            <a:ext cx="1016813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4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3625596"/>
            <a:ext cx="101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тірі жүйе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958645" y="3611880"/>
            <a:ext cx="1741018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58645" y="3625596"/>
            <a:ext cx="1741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дәлелденген нәтиже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64254" y="3611880"/>
            <a:ext cx="1821485" cy="292608"/>
          </a:xfrm>
          <a:prstGeom prst="roundRect">
            <a:avLst>
              <a:gd name="adj" fmla="val 50000"/>
            </a:avLst>
          </a:prstGeom>
          <a:solidFill>
            <a:srgbClr val="60A5FA">
              <a:alpha val="1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864254" y="3625596"/>
            <a:ext cx="18214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аймаққа бейімделген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77240" y="4297680"/>
            <a:ext cx="7406640" cy="9601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50799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902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Тірі демо: </a:t>
            </a:r>
            <a:pPr indent="0" marL="0">
              <a:buNone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Aqyl-дан «пирамида тап» деп сұраңыз — қалғанын өзі істейді.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9552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Команда: ______________________    ·    Аймақ департаменті: ______________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2026-07-23T04:12:13Z</dcterms:created>
  <dcterms:modified xsi:type="dcterms:W3CDTF">2026-07-23T04:12:13Z</dcterms:modified>
</cp:coreProperties>
</file>